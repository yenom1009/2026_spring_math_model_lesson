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03262-7D4E-2C6A-CD65-0383ADF84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67C087-A1B3-BA39-228E-117BC10D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DFD1E-8D86-069D-B25F-4D9AC5EE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C16E0-1D7E-6434-358F-EF5B6889B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2DB1F9-3C79-B894-ED95-6C60BDCE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02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E078C-5500-8F36-FAFB-32CBBE38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6828F-4F60-5BD3-6B0C-F7BC11FDD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DF26B5-5609-989C-8C6A-804469941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4E2E1-ADC1-C9DA-9378-B51AE4CA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674368-52AE-AA65-8DA5-717863181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254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18D0F-DC17-0D6B-4F47-CE6E295E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549705-201E-4935-76CE-3D84D4921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F8118B-9B2F-FD23-E49A-428FE7A96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104CF3-7FCF-4247-49BD-B8257192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D409-6AAE-51B1-7E02-B66C6E50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45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716CC-D8B8-B21C-4277-67150DA0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98A9F0-B90C-BA4D-1C3B-03E11B6C3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7916B4-4C4C-5C15-3C60-8A771F81C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12490-4657-617F-CABD-269A5105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D38097-B55B-4E21-CEC0-E04E5588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2F0EEF-EB9B-B38A-7E04-B4D907A5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98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D3684-B49F-C1A7-8FD0-6B59A55A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E5B86E-6512-3352-D6B6-7D34955D6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ED0C3E-B38E-6574-FD48-6B9F2C5C8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85B71D-AF28-C13C-1132-08C2B0098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0BE808-2229-CEC1-0F3E-2C87503E3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9BCE21-18CA-D092-00F8-A62B43B0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ED10C0-5A94-81CF-9E40-EB34F2DD2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240BEC-57CB-40BB-4B3D-53D45920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45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72C61-47A6-6048-A6EE-397BD4774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3C029F-4080-3CBA-1293-D96DFA70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9A26C6-88FB-6058-5B89-3F575ABDE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C3FC34-5071-6BB6-0789-8A0801349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48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6D79FF-5146-5012-154F-1957ED54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01528-CE94-3147-63CC-9AF850380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08BA3E-1A2C-98AC-28E2-59A86CD50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24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C90A7-3DA1-7721-10FA-7ADD1D1D4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54A78-14C8-FED0-B461-A57397D4F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F7B3A7-C9CE-4BAE-94D4-46072B684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8184FD-C643-262A-5DFA-3484BBC4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4E6799-B0EE-BADC-5167-FDAB6F6C8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9FE67F-2FEB-03F3-4398-77AA4823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743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FEB3A-4E7F-03B4-67DD-C8319C24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01C7A4-C1F9-D310-D0F2-74D0303151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53231F-B8D1-104B-9CEB-435804A3C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7D7ADF-F910-1501-F73F-1E151631B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951A12-F1DF-8551-4FA8-143AD35EE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857611-80CE-9EBC-E028-4B881EAA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932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0C30F8-10E0-27A5-99F3-2BC72626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BD9AA0-DE91-2523-C6DA-FD1B9EF40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B97C16-10D8-7535-4CE9-A3EDEB9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EE911D-3C46-7B9B-A207-B2FCF994D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A035FA-B1BA-57F6-253A-79692B40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76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1C02F1-8D81-F9C7-1ABA-8D9B9AF07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A224CE-ACFF-B712-EAC7-E44BFFBDB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3C1C83-BF00-941A-7C2D-2EB168DC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97D3DA-112B-22CA-C0E8-4A5FCC1A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CBA2A1-DA0A-5597-C07C-449A1311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45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F1D0120-6FFC-1F63-4272-E4DCCF6D3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C4F916-B6D6-45D4-ED81-D2BFEFB10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E1F27E-BF8D-D424-C401-F473C936D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A7895-99AA-40CC-B36B-4F48B3F9E0F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06C960-11D7-933B-0738-CD31E925A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B9C3EF-6820-B64C-2224-A8C277EEC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10CF1-827B-48D5-AC2E-0EA21CF9E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612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B10BC-55FF-0BDE-CD46-E414F3309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A04C06-F618-0E41-5864-F0BA19C91F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2CC40A-A523-BE37-AF19-D059ECF46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64" y="-3893627"/>
            <a:ext cx="4668751" cy="100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51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12A910C-5BD6-3603-9D73-4E4E8AAEBBC6}"/>
              </a:ext>
            </a:extLst>
          </p:cNvPr>
          <p:cNvSpPr/>
          <p:nvPr/>
        </p:nvSpPr>
        <p:spPr>
          <a:xfrm>
            <a:off x="3399905" y="2527069"/>
            <a:ext cx="4222866" cy="1113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003B208-C2FC-1BA9-100E-5183BB678205}"/>
              </a:ext>
            </a:extLst>
          </p:cNvPr>
          <p:cNvSpPr/>
          <p:nvPr/>
        </p:nvSpPr>
        <p:spPr>
          <a:xfrm>
            <a:off x="2022070" y="521331"/>
            <a:ext cx="1571106" cy="88115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919E5D-153A-58B7-46B3-CC65D92A90CA}"/>
              </a:ext>
            </a:extLst>
          </p:cNvPr>
          <p:cNvSpPr txBox="1"/>
          <p:nvPr/>
        </p:nvSpPr>
        <p:spPr>
          <a:xfrm>
            <a:off x="2163387" y="656705"/>
            <a:ext cx="1429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输入图像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目标尺寸</a:t>
            </a:r>
          </a:p>
        </p:txBody>
      </p:sp>
      <p:sp>
        <p:nvSpPr>
          <p:cNvPr id="8" name="流程图: 决策 7">
            <a:extLst>
              <a:ext uri="{FF2B5EF4-FFF2-40B4-BE49-F238E27FC236}">
                <a16:creationId xmlns:a16="http://schemas.microsoft.com/office/drawing/2014/main" id="{7207BD81-7A19-9962-65BA-7DE9A478264D}"/>
              </a:ext>
            </a:extLst>
          </p:cNvPr>
          <p:cNvSpPr/>
          <p:nvPr/>
        </p:nvSpPr>
        <p:spPr>
          <a:xfrm>
            <a:off x="3865418" y="473825"/>
            <a:ext cx="3183775" cy="1005840"/>
          </a:xfrm>
          <a:prstGeom prst="flowChartDecisi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A12311-018B-EF30-4137-53A70115E783}"/>
              </a:ext>
            </a:extLst>
          </p:cNvPr>
          <p:cNvSpPr txBox="1"/>
          <p:nvPr/>
        </p:nvSpPr>
        <p:spPr>
          <a:xfrm>
            <a:off x="4268585" y="792079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当前尺寸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==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目标尺寸？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6B557CB-E2CC-2CDE-2B3F-BD2F8AF8668B}"/>
              </a:ext>
            </a:extLst>
          </p:cNvPr>
          <p:cNvSpPr/>
          <p:nvPr/>
        </p:nvSpPr>
        <p:spPr>
          <a:xfrm>
            <a:off x="7847215" y="656705"/>
            <a:ext cx="2626821" cy="65670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D11616-B9C1-1A1E-93FC-936352FAEE83}"/>
              </a:ext>
            </a:extLst>
          </p:cNvPr>
          <p:cNvSpPr txBox="1"/>
          <p:nvPr/>
        </p:nvSpPr>
        <p:spPr>
          <a:xfrm>
            <a:off x="8030094" y="792079"/>
            <a:ext cx="2443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结束：输出结果图像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F31E5C-2AB0-2BFE-6159-76C8ECA0352A}"/>
              </a:ext>
            </a:extLst>
          </p:cNvPr>
          <p:cNvSpPr/>
          <p:nvPr/>
        </p:nvSpPr>
        <p:spPr>
          <a:xfrm>
            <a:off x="4555374" y="1778924"/>
            <a:ext cx="1803862" cy="548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35EC5A9-66ED-4161-F190-2287995E7A2C}"/>
              </a:ext>
            </a:extLst>
          </p:cNvPr>
          <p:cNvSpPr txBox="1"/>
          <p:nvPr/>
        </p:nvSpPr>
        <p:spPr>
          <a:xfrm>
            <a:off x="4804756" y="1868578"/>
            <a:ext cx="162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计算能量图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4F6709-7C1B-4FDF-48A4-E2E84539CD41}"/>
              </a:ext>
            </a:extLst>
          </p:cNvPr>
          <p:cNvSpPr/>
          <p:nvPr/>
        </p:nvSpPr>
        <p:spPr>
          <a:xfrm>
            <a:off x="3572393" y="2626823"/>
            <a:ext cx="1658389" cy="64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B32AB73-95AF-5671-075E-208D47EE69A1}"/>
              </a:ext>
            </a:extLst>
          </p:cNvPr>
          <p:cNvSpPr/>
          <p:nvPr/>
        </p:nvSpPr>
        <p:spPr>
          <a:xfrm>
            <a:off x="5816830" y="2626823"/>
            <a:ext cx="1658389" cy="64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DBF451B-5607-EE07-3BB3-84CF3077C3BB}"/>
              </a:ext>
            </a:extLst>
          </p:cNvPr>
          <p:cNvSpPr txBox="1"/>
          <p:nvPr/>
        </p:nvSpPr>
        <p:spPr>
          <a:xfrm>
            <a:off x="3709203" y="2633279"/>
            <a:ext cx="1449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Laplacian/</a:t>
            </a:r>
          </a:p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Gradient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571A10-C60F-5FE6-1993-E4C10E38E797}"/>
              </a:ext>
            </a:extLst>
          </p:cNvPr>
          <p:cNvSpPr txBox="1"/>
          <p:nvPr/>
        </p:nvSpPr>
        <p:spPr>
          <a:xfrm>
            <a:off x="6012179" y="2626823"/>
            <a:ext cx="1507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叠加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Mask/</a:t>
            </a:r>
          </a:p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Penalty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权重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D48BD2A-60A3-E4C7-B8B8-67A81F06DC23}"/>
              </a:ext>
            </a:extLst>
          </p:cNvPr>
          <p:cNvSpPr txBox="1"/>
          <p:nvPr/>
        </p:nvSpPr>
        <p:spPr>
          <a:xfrm>
            <a:off x="5000105" y="3285314"/>
            <a:ext cx="139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能量计算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96B757-61A4-7414-3D0C-9923AB3F9E40}"/>
              </a:ext>
            </a:extLst>
          </p:cNvPr>
          <p:cNvSpPr/>
          <p:nvPr/>
        </p:nvSpPr>
        <p:spPr>
          <a:xfrm>
            <a:off x="4087784" y="3840480"/>
            <a:ext cx="2961409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A140F3-F90F-A609-F7F3-12278B255E84}"/>
              </a:ext>
            </a:extLst>
          </p:cNvPr>
          <p:cNvSpPr txBox="1"/>
          <p:nvPr/>
        </p:nvSpPr>
        <p:spPr>
          <a:xfrm>
            <a:off x="4087783" y="3884414"/>
            <a:ext cx="296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动态规划计算累计能量矩阵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F4E793-6E8A-2899-2032-767E9A631B24}"/>
              </a:ext>
            </a:extLst>
          </p:cNvPr>
          <p:cNvSpPr/>
          <p:nvPr/>
        </p:nvSpPr>
        <p:spPr>
          <a:xfrm>
            <a:off x="4416134" y="4483514"/>
            <a:ext cx="2223654" cy="3301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3885CA-C763-0C00-7919-B3A54812B71E}"/>
              </a:ext>
            </a:extLst>
          </p:cNvPr>
          <p:cNvSpPr txBox="1"/>
          <p:nvPr/>
        </p:nvSpPr>
        <p:spPr>
          <a:xfrm>
            <a:off x="4641615" y="4469261"/>
            <a:ext cx="1841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矩阵状态转移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540F09D-62DA-C177-0359-3202260FA501}"/>
              </a:ext>
            </a:extLst>
          </p:cNvPr>
          <p:cNvSpPr/>
          <p:nvPr/>
        </p:nvSpPr>
        <p:spPr>
          <a:xfrm>
            <a:off x="4698769" y="4999488"/>
            <a:ext cx="170410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5A6D63B-BB67-33FC-8963-F46A972A0727}"/>
              </a:ext>
            </a:extLst>
          </p:cNvPr>
          <p:cNvSpPr txBox="1"/>
          <p:nvPr/>
        </p:nvSpPr>
        <p:spPr>
          <a:xfrm>
            <a:off x="4959234" y="4999488"/>
            <a:ext cx="1113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回溯寻路</a:t>
            </a:r>
          </a:p>
        </p:txBody>
      </p:sp>
      <p:sp>
        <p:nvSpPr>
          <p:cNvPr id="26" name="流程图: 决策 25">
            <a:extLst>
              <a:ext uri="{FF2B5EF4-FFF2-40B4-BE49-F238E27FC236}">
                <a16:creationId xmlns:a16="http://schemas.microsoft.com/office/drawing/2014/main" id="{0404B242-6EF3-EAA2-16E7-B1F6896A2BB1}"/>
              </a:ext>
            </a:extLst>
          </p:cNvPr>
          <p:cNvSpPr/>
          <p:nvPr/>
        </p:nvSpPr>
        <p:spPr>
          <a:xfrm>
            <a:off x="6639788" y="5490556"/>
            <a:ext cx="2194560" cy="789709"/>
          </a:xfrm>
          <a:prstGeom prst="flowChartDecisi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93B3220-ED06-5614-24EA-2DA286704A4E}"/>
              </a:ext>
            </a:extLst>
          </p:cNvPr>
          <p:cNvSpPr txBox="1"/>
          <p:nvPr/>
        </p:nvSpPr>
        <p:spPr>
          <a:xfrm>
            <a:off x="7157258" y="5702531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操作类型？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E7D0F20-5CB9-2081-8698-E839B0FE5378}"/>
              </a:ext>
            </a:extLst>
          </p:cNvPr>
          <p:cNvSpPr/>
          <p:nvPr/>
        </p:nvSpPr>
        <p:spPr>
          <a:xfrm>
            <a:off x="7475219" y="4282225"/>
            <a:ext cx="1841270" cy="5314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FE29B6D-88E1-4E0D-80EF-0DE96BD60C6F}"/>
              </a:ext>
            </a:extLst>
          </p:cNvPr>
          <p:cNvSpPr txBox="1"/>
          <p:nvPr/>
        </p:nvSpPr>
        <p:spPr>
          <a:xfrm>
            <a:off x="7651865" y="4381100"/>
            <a:ext cx="157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移除接缝像素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051ABE-944F-D477-45E4-748BFF47927C}"/>
              </a:ext>
            </a:extLst>
          </p:cNvPr>
          <p:cNvSpPr/>
          <p:nvPr/>
        </p:nvSpPr>
        <p:spPr>
          <a:xfrm>
            <a:off x="9634451" y="4282225"/>
            <a:ext cx="1945178" cy="556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F2A9EE7-6ACB-6651-E39A-A3AB2E587950}"/>
              </a:ext>
            </a:extLst>
          </p:cNvPr>
          <p:cNvSpPr txBox="1"/>
          <p:nvPr/>
        </p:nvSpPr>
        <p:spPr>
          <a:xfrm>
            <a:off x="9817331" y="4381100"/>
            <a:ext cx="1629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插值新增像素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35BDE3-CF5E-F53F-6502-76DDA9304485}"/>
              </a:ext>
            </a:extLst>
          </p:cNvPr>
          <p:cNvSpPr/>
          <p:nvPr/>
        </p:nvSpPr>
        <p:spPr>
          <a:xfrm>
            <a:off x="9503527" y="3285313"/>
            <a:ext cx="2263140" cy="7231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352B763-181D-7853-AABC-3CCDCA8310BD}"/>
              </a:ext>
            </a:extLst>
          </p:cNvPr>
          <p:cNvSpPr txBox="1"/>
          <p:nvPr/>
        </p:nvSpPr>
        <p:spPr>
          <a:xfrm>
            <a:off x="9634451" y="3331480"/>
            <a:ext cx="2053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更新惩罚矩阵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防止重复位置拉伸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6B02856-71B0-7428-4499-D426120297C4}"/>
              </a:ext>
            </a:extLst>
          </p:cNvPr>
          <p:cNvSpPr/>
          <p:nvPr/>
        </p:nvSpPr>
        <p:spPr>
          <a:xfrm>
            <a:off x="7818120" y="1878143"/>
            <a:ext cx="1620982" cy="13441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592776A-76C4-0281-EC2B-EB7A6ED89F24}"/>
              </a:ext>
            </a:extLst>
          </p:cNvPr>
          <p:cNvSpPr txBox="1"/>
          <p:nvPr/>
        </p:nvSpPr>
        <p:spPr>
          <a:xfrm>
            <a:off x="7965673" y="2253195"/>
            <a:ext cx="1537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更新图像并迭代一次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EE50627-EC79-C2CA-5A34-664782C649BA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3593176" y="976745"/>
            <a:ext cx="272242" cy="31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EA3D4ED-31C0-BB96-8EC1-3F1E7C7B49B0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5457305" y="1479665"/>
            <a:ext cx="1" cy="2992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B85C815-AA1D-3B75-D0DA-BE7F5A67E3F6}"/>
              </a:ext>
            </a:extLst>
          </p:cNvPr>
          <p:cNvCxnSpPr>
            <a:cxnSpLocks/>
          </p:cNvCxnSpPr>
          <p:nvPr/>
        </p:nvCxnSpPr>
        <p:spPr>
          <a:xfrm>
            <a:off x="5457305" y="2327564"/>
            <a:ext cx="0" cy="2202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4AAF9072-E65B-F99E-9C83-9FC143C9E1B8}"/>
              </a:ext>
            </a:extLst>
          </p:cNvPr>
          <p:cNvCxnSpPr>
            <a:cxnSpLocks/>
          </p:cNvCxnSpPr>
          <p:nvPr/>
        </p:nvCxnSpPr>
        <p:spPr>
          <a:xfrm>
            <a:off x="5457305" y="3640975"/>
            <a:ext cx="0" cy="2202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0118979-3BAD-F3EF-24F7-5F77A42EB0AB}"/>
              </a:ext>
            </a:extLst>
          </p:cNvPr>
          <p:cNvCxnSpPr>
            <a:cxnSpLocks/>
          </p:cNvCxnSpPr>
          <p:nvPr/>
        </p:nvCxnSpPr>
        <p:spPr>
          <a:xfrm>
            <a:off x="5457305" y="4308070"/>
            <a:ext cx="0" cy="175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00BF83B-51A2-7339-2A96-019D62CCB797}"/>
              </a:ext>
            </a:extLst>
          </p:cNvPr>
          <p:cNvCxnSpPr>
            <a:cxnSpLocks/>
          </p:cNvCxnSpPr>
          <p:nvPr/>
        </p:nvCxnSpPr>
        <p:spPr>
          <a:xfrm>
            <a:off x="5457305" y="4813654"/>
            <a:ext cx="0" cy="175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12A62073-A72C-1EDB-8674-F39D59245618}"/>
              </a:ext>
            </a:extLst>
          </p:cNvPr>
          <p:cNvCxnSpPr>
            <a:stCxn id="25" idx="2"/>
            <a:endCxn id="26" idx="1"/>
          </p:cNvCxnSpPr>
          <p:nvPr/>
        </p:nvCxnSpPr>
        <p:spPr>
          <a:xfrm rot="16200000" flipH="1">
            <a:off x="5819692" y="5065314"/>
            <a:ext cx="516591" cy="112360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B182D242-DAEF-5AB6-0FC3-79C22160DE6C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8834347" y="4838593"/>
            <a:ext cx="1772693" cy="101948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曲线 56">
            <a:extLst>
              <a:ext uri="{FF2B5EF4-FFF2-40B4-BE49-F238E27FC236}">
                <a16:creationId xmlns:a16="http://schemas.microsoft.com/office/drawing/2014/main" id="{9AC9D0CD-3461-5466-3D47-CCC6EB483394}"/>
              </a:ext>
            </a:extLst>
          </p:cNvPr>
          <p:cNvCxnSpPr>
            <a:cxnSpLocks/>
            <a:stCxn id="26" idx="0"/>
            <a:endCxn id="28" idx="2"/>
          </p:cNvCxnSpPr>
          <p:nvPr/>
        </p:nvCxnSpPr>
        <p:spPr>
          <a:xfrm rot="5400000" flipH="1" flipV="1">
            <a:off x="7728010" y="4822712"/>
            <a:ext cx="676902" cy="65878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4B68CCA9-DA7B-0588-9D2A-CC1C12D0D3A7}"/>
              </a:ext>
            </a:extLst>
          </p:cNvPr>
          <p:cNvCxnSpPr>
            <a:stCxn id="30" idx="0"/>
            <a:endCxn id="32" idx="2"/>
          </p:cNvCxnSpPr>
          <p:nvPr/>
        </p:nvCxnSpPr>
        <p:spPr>
          <a:xfrm flipV="1">
            <a:off x="10607040" y="4008497"/>
            <a:ext cx="28057" cy="2737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02400715-4120-8D95-9518-214646D5847D}"/>
              </a:ext>
            </a:extLst>
          </p:cNvPr>
          <p:cNvCxnSpPr>
            <a:stCxn id="28" idx="0"/>
            <a:endCxn id="34" idx="2"/>
          </p:cNvCxnSpPr>
          <p:nvPr/>
        </p:nvCxnSpPr>
        <p:spPr>
          <a:xfrm flipV="1">
            <a:off x="8395854" y="3222297"/>
            <a:ext cx="232757" cy="10599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775F81B3-D8E9-3B9F-1C20-97316F03C09A}"/>
              </a:ext>
            </a:extLst>
          </p:cNvPr>
          <p:cNvCxnSpPr>
            <a:cxnSpLocks/>
            <a:stCxn id="32" idx="0"/>
          </p:cNvCxnSpPr>
          <p:nvPr/>
        </p:nvCxnSpPr>
        <p:spPr>
          <a:xfrm rot="16200000" flipV="1">
            <a:off x="9666368" y="2316583"/>
            <a:ext cx="731596" cy="120586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曲线 70">
            <a:extLst>
              <a:ext uri="{FF2B5EF4-FFF2-40B4-BE49-F238E27FC236}">
                <a16:creationId xmlns:a16="http://schemas.microsoft.com/office/drawing/2014/main" id="{7568606B-60E4-5563-70C7-9A328C8B1E0F}"/>
              </a:ext>
            </a:extLst>
          </p:cNvPr>
          <p:cNvCxnSpPr>
            <a:cxnSpLocks/>
            <a:endCxn id="8" idx="3"/>
          </p:cNvCxnSpPr>
          <p:nvPr/>
        </p:nvCxnSpPr>
        <p:spPr>
          <a:xfrm rot="16200000" flipV="1">
            <a:off x="6967699" y="1058240"/>
            <a:ext cx="931917" cy="76892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曲线 73">
            <a:extLst>
              <a:ext uri="{FF2B5EF4-FFF2-40B4-BE49-F238E27FC236}">
                <a16:creationId xmlns:a16="http://schemas.microsoft.com/office/drawing/2014/main" id="{FBD19A47-A544-62E1-6985-E11E572FAF3F}"/>
              </a:ext>
            </a:extLst>
          </p:cNvPr>
          <p:cNvCxnSpPr>
            <a:cxnSpLocks/>
            <a:stCxn id="8" idx="0"/>
            <a:endCxn id="10" idx="1"/>
          </p:cNvCxnSpPr>
          <p:nvPr/>
        </p:nvCxnSpPr>
        <p:spPr>
          <a:xfrm rot="16200000" flipH="1">
            <a:off x="6396643" y="-465513"/>
            <a:ext cx="511233" cy="2389909"/>
          </a:xfrm>
          <a:prstGeom prst="curvedConnector4">
            <a:avLst>
              <a:gd name="adj1" fmla="val -65853"/>
              <a:gd name="adj2" fmla="val 6417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29DA9D9E-2EC2-B197-E2AB-E16CE1DE293A}"/>
              </a:ext>
            </a:extLst>
          </p:cNvPr>
          <p:cNvSpPr txBox="1"/>
          <p:nvPr/>
        </p:nvSpPr>
        <p:spPr>
          <a:xfrm>
            <a:off x="6963298" y="308154"/>
            <a:ext cx="470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CC2546C-DDE7-F883-7066-C11E4B6DCDC5}"/>
              </a:ext>
            </a:extLst>
          </p:cNvPr>
          <p:cNvSpPr txBox="1"/>
          <p:nvPr/>
        </p:nvSpPr>
        <p:spPr>
          <a:xfrm>
            <a:off x="5428213" y="1397809"/>
            <a:ext cx="518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否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E45B27E-8674-B748-5264-DFD3075D81EA}"/>
              </a:ext>
            </a:extLst>
          </p:cNvPr>
          <p:cNvSpPr txBox="1"/>
          <p:nvPr/>
        </p:nvSpPr>
        <p:spPr>
          <a:xfrm>
            <a:off x="7331826" y="4967439"/>
            <a:ext cx="658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缩小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818E461-4757-F167-224B-24A2AE88C612}"/>
              </a:ext>
            </a:extLst>
          </p:cNvPr>
          <p:cNvSpPr txBox="1"/>
          <p:nvPr/>
        </p:nvSpPr>
        <p:spPr>
          <a:xfrm>
            <a:off x="9459892" y="5253972"/>
            <a:ext cx="764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放大</a:t>
            </a:r>
          </a:p>
        </p:txBody>
      </p:sp>
    </p:spTree>
    <p:extLst>
      <p:ext uri="{BB962C8B-B14F-4D97-AF65-F5344CB8AC3E}">
        <p14:creationId xmlns:p14="http://schemas.microsoft.com/office/powerpoint/2010/main" val="9216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68</Words>
  <Application>Microsoft Office PowerPoint</Application>
  <PresentationFormat>宽屏</PresentationFormat>
  <Paragraphs>23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华文中宋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Yenom Mo</dc:creator>
  <cp:lastModifiedBy>Yenom Mo</cp:lastModifiedBy>
  <cp:revision>8</cp:revision>
  <dcterms:created xsi:type="dcterms:W3CDTF">2026-03-26T01:41:56Z</dcterms:created>
  <dcterms:modified xsi:type="dcterms:W3CDTF">2026-03-26T02:14:57Z</dcterms:modified>
</cp:coreProperties>
</file>